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5" r:id="rId9"/>
    <p:sldId id="264" r:id="rId10"/>
    <p:sldId id="263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93092-0886-4CBB-9AC3-26EAFC5DD73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F566B-16A0-4222-9D6F-F1441A97B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4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F566B-16A0-4222-9D6F-F1441A97BD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1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1FB9-4FD7-0748-B5AF-EA6327E5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4B53-C149-ACD4-753C-C7E0852D6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1512A-C6E3-A7CD-E548-A24A06154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C8303-A2C3-04B1-8AC9-DBB355689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F566B-16A0-4222-9D6F-F1441A97BD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2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D9B6-0C6A-8879-93F0-D952A4E6E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74921-86D5-6FEA-2ED0-5F9DD8139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04DD-D1DC-DAAC-DA1E-462C20F1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00C1-8FE1-5E36-E5B2-221A3BA6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61CB9-F9EB-853F-E6ED-EFB140AA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0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00DA-1564-8ED9-D6F9-7B180AD7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2F7AB-695A-8444-C03C-2D508F69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87942-B162-4CFB-6145-7AE9EE45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CA2AC-F7A6-4F37-73C5-B60134FB5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E0C8D-EAE3-3A6E-3BA1-E52FAE63E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4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F3C3-F59D-03EE-1389-F51DD142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A0093-0F45-2DA7-63A6-847365B93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48421-7B4A-9B67-C26E-95A7FCA4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95BEB-6039-A700-3357-745C9037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AAB82-0D49-43AF-C9B7-796A4F8E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1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4AD06-0EA8-E07C-5A00-FF341189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BC8F9-244B-349D-4D0A-05B3FE555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FCD9B-19DC-B31B-A3E0-C1AD78049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E611A-754F-D528-4683-88B7CBF7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B6867-06B1-0B08-8481-47F3C8C4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AA0EE-F747-9855-8BC7-C04395F0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0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994F-2022-DEFC-F3C4-06F46E3C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EB3A9-09DE-8B7F-564C-DC9655091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DF98A-C45E-73B6-9130-04B0DD4E2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DE47-C17A-F71D-77E7-3DCB243E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34E89-D5F6-0C4C-A20A-4F4C1485E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5CB9B-4A94-6254-1113-75908DA8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96CB3-8449-0470-BDE2-A0F1114E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3ACE0-4245-9665-44E0-3A2771FA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3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5910-0609-AF4C-1F9E-3212088A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9C165-0E29-0F65-E20A-608AF6F4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67A4C-5E0E-1FA5-D1F4-AE97BCD5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3E624-9E73-1924-C870-C6EC8F1C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0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5E692-22E7-E65F-8809-949A3289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1D56FD-3D46-CBDC-22A1-257637AA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B7ECF-643C-76BB-672B-68848593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1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5B5A-398E-73ED-4BE9-42249256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EBEA-1891-F4E6-F000-0EC30DD1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8E1-350B-5150-9F91-97ECCD5E9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66E53-983A-4F86-CEA0-A8D881B9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99F6F-E77F-D170-E9DB-A6B44EC7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F743E-CE6C-6AD3-7221-9DA3DFEB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7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A614-D843-73DC-2B53-F202D8CD3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B605E-3B72-D1A3-4B97-186408038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7EC74-A038-EF0A-FF9D-C19478038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904AA-0ED6-5832-F879-1E16262E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BCCCC-F3BA-B11C-C1A8-EF074D47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ACFF5-9920-1940-3CA8-2EECAD31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4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3792-3CAA-9583-1F5E-AC4EDED5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B5C3F-A37A-9786-6292-4749EC40F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BE8CD-EE5F-C049-A64F-9CA31B30D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6E13-6A76-18E4-9635-BF448B5F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069C7-3D96-4CB2-8E5A-16E6E6BE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0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7FB0D-35D9-7430-51FA-16288BD61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CFF0A-7ED9-3148-31D9-2D78D67DF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E48C7-708D-CB0C-E665-02661CE7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44387-FBB5-2250-8F53-2421C699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7FEF1-26E8-0D33-30DB-D76F8741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7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5CD0A1-8D46-F0EE-717F-13BA03A55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35617-64CB-388F-E05A-A4FDA86A3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3E9C5-BFF2-1BD7-84B2-694B167C2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B1C9C-FEC8-4565-8012-CCF7075A3D6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BAAF9-8022-692F-DDC7-88CD62C8A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6E7F6-B13A-086D-53A9-E46DC6135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F93C9-ED20-4841-B7DB-379B971A5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6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979B-E692-E3E7-064B-B05B6C5F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384" y="2766218"/>
            <a:ext cx="10515600" cy="1325563"/>
          </a:xfrm>
        </p:spPr>
        <p:txBody>
          <a:bodyPr/>
          <a:lstStyle/>
          <a:p>
            <a:r>
              <a:rPr lang="en-US" b="1" dirty="0"/>
              <a:t>MOTIFS of size 3</a:t>
            </a:r>
          </a:p>
        </p:txBody>
      </p:sp>
    </p:spTree>
    <p:extLst>
      <p:ext uri="{BB962C8B-B14F-4D97-AF65-F5344CB8AC3E}">
        <p14:creationId xmlns:p14="http://schemas.microsoft.com/office/powerpoint/2010/main" val="367917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A888DD-5F3F-25AD-31B2-79A9A2854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70" y="484847"/>
            <a:ext cx="3952240" cy="29441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7F18DF-612E-0166-8A12-9661DF756A61}"/>
              </a:ext>
            </a:extLst>
          </p:cNvPr>
          <p:cNvSpPr txBox="1"/>
          <p:nvPr/>
        </p:nvSpPr>
        <p:spPr>
          <a:xfrm>
            <a:off x="0" y="193281"/>
            <a:ext cx="5409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discriminative motifs vs stringency (size 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7F8C8-3CC8-E481-446A-5559FC039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003" y="3429000"/>
            <a:ext cx="3818357" cy="31401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A4F9BB-F6AA-31BD-3DD4-B38B2029C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1" y="149705"/>
            <a:ext cx="3074590" cy="65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7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4E04A7-D8C7-5392-549A-36646151C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01" y="1095064"/>
            <a:ext cx="4883468" cy="2576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4A2B21-AF03-6CB2-9EC9-E9FCC4D51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60" y="1154874"/>
            <a:ext cx="4883468" cy="25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5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2036E-F248-5B94-9C2C-39DB196B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8004-F1EA-E66C-8831-61BFC0CB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384" y="2766218"/>
            <a:ext cx="10515600" cy="1325563"/>
          </a:xfrm>
        </p:spPr>
        <p:txBody>
          <a:bodyPr/>
          <a:lstStyle/>
          <a:p>
            <a:r>
              <a:rPr lang="en-US" b="1" dirty="0"/>
              <a:t>MOTIFS of size 4</a:t>
            </a:r>
          </a:p>
        </p:txBody>
      </p:sp>
    </p:spTree>
    <p:extLst>
      <p:ext uri="{BB962C8B-B14F-4D97-AF65-F5344CB8AC3E}">
        <p14:creationId xmlns:p14="http://schemas.microsoft.com/office/powerpoint/2010/main" val="377846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D5AD-30BC-5F6F-194F-985D4C829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D53624-6ECF-3801-0D92-BDC6D6A46C0C}"/>
              </a:ext>
            </a:extLst>
          </p:cNvPr>
          <p:cNvSpPr txBox="1"/>
          <p:nvPr/>
        </p:nvSpPr>
        <p:spPr>
          <a:xfrm>
            <a:off x="0" y="193281"/>
            <a:ext cx="5409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discriminative motifs vs stringency (size 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97DABD-B6BB-4A35-45A1-69EC8D746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637858"/>
            <a:ext cx="4109720" cy="3061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636C86-11BE-6095-DE6D-F336832C4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699322"/>
            <a:ext cx="3722687" cy="30614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254F75-E44B-79D4-FE7E-F8DE60AC15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918" y="562612"/>
            <a:ext cx="3944763" cy="596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7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9901-6B39-C4E7-B12A-BFFDF521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E849E-7009-98E9-8AD0-520F5EFF1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781050"/>
            <a:ext cx="823912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5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288A6F-9D34-4B5B-BBBB-60BF5F49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804154"/>
            <a:ext cx="5730240" cy="3023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3D3ED3-DF0D-861D-9EB2-BAF013EB5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46120"/>
            <a:ext cx="5730240" cy="30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5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F6E67-E55C-B176-3671-1D13DDC9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886DD-6279-B18F-0B03-557E3213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24" y="2840724"/>
            <a:ext cx="10515600" cy="1325563"/>
          </a:xfrm>
        </p:spPr>
        <p:txBody>
          <a:bodyPr/>
          <a:lstStyle/>
          <a:p>
            <a:r>
              <a:rPr lang="en-US" b="1" dirty="0"/>
              <a:t>Pairwise and Singleton Analysis</a:t>
            </a:r>
          </a:p>
        </p:txBody>
      </p:sp>
    </p:spTree>
    <p:extLst>
      <p:ext uri="{BB962C8B-B14F-4D97-AF65-F5344CB8AC3E}">
        <p14:creationId xmlns:p14="http://schemas.microsoft.com/office/powerpoint/2010/main" val="232159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03CA-DE4E-CBEA-1536-26E0B1E2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0E6842-8D95-0EB7-A64E-59FD59306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457200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A57833-48FD-8C74-E22A-5E89823BD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21" y="2671471"/>
            <a:ext cx="5974651" cy="37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6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CA63D5-A537-0D2B-27DC-08F790D11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725" y="1690688"/>
            <a:ext cx="6623050" cy="32290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92B9E9-756E-77A7-923C-F8B0351B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Singleton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ACDD5-645F-3EFB-2E26-15B295D93740}"/>
              </a:ext>
            </a:extLst>
          </p:cNvPr>
          <p:cNvSpPr txBox="1"/>
          <p:nvPr/>
        </p:nvSpPr>
        <p:spPr>
          <a:xfrm flipH="1">
            <a:off x="946962" y="2065954"/>
            <a:ext cx="3835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Random forest with LOO</a:t>
            </a:r>
            <a:br>
              <a:rPr lang="en-US" dirty="0"/>
            </a:br>
            <a:endParaRPr lang="en-US" dirty="0"/>
          </a:p>
          <a:p>
            <a:r>
              <a:rPr lang="en-US" dirty="0"/>
              <a:t>Accuracy = 0.857</a:t>
            </a:r>
          </a:p>
          <a:p>
            <a:r>
              <a:rPr lang="en-US" dirty="0" err="1"/>
              <a:t>Roc_auc</a:t>
            </a:r>
            <a:r>
              <a:rPr lang="en-US" dirty="0"/>
              <a:t> = 0.858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451408-78FA-4862-A21F-16B9FAACE7CF}"/>
              </a:ext>
            </a:extLst>
          </p:cNvPr>
          <p:cNvSpPr txBox="1"/>
          <p:nvPr/>
        </p:nvSpPr>
        <p:spPr>
          <a:xfrm>
            <a:off x="1032812" y="4848294"/>
            <a:ext cx="610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Patient number 12 has close to 0.25 of her cells unidentified</a:t>
            </a:r>
          </a:p>
        </p:txBody>
      </p:sp>
    </p:spTree>
    <p:extLst>
      <p:ext uri="{BB962C8B-B14F-4D97-AF65-F5344CB8AC3E}">
        <p14:creationId xmlns:p14="http://schemas.microsoft.com/office/powerpoint/2010/main" val="2269388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7F9C-D16A-84A7-8F60-E7395F88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50FC-9B37-414F-9230-84747A2A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24" y="2840724"/>
            <a:ext cx="10515600" cy="1325563"/>
          </a:xfrm>
        </p:spPr>
        <p:txBody>
          <a:bodyPr/>
          <a:lstStyle/>
          <a:p>
            <a:r>
              <a:rPr lang="en-US" b="1" dirty="0"/>
              <a:t>Shuffled class labels</a:t>
            </a:r>
          </a:p>
        </p:txBody>
      </p:sp>
    </p:spTree>
    <p:extLst>
      <p:ext uri="{BB962C8B-B14F-4D97-AF65-F5344CB8AC3E}">
        <p14:creationId xmlns:p14="http://schemas.microsoft.com/office/powerpoint/2010/main" val="398155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C9BFC2-5D92-2D04-70B8-B499523D7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6" y="665361"/>
            <a:ext cx="4019413" cy="2994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6C7390-70FF-4080-2268-F38D0DD90BC9}"/>
              </a:ext>
            </a:extLst>
          </p:cNvPr>
          <p:cNvSpPr txBox="1"/>
          <p:nvPr/>
        </p:nvSpPr>
        <p:spPr>
          <a:xfrm>
            <a:off x="664421" y="296029"/>
            <a:ext cx="3921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see way less motifs on size =4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A5CFC-9D4B-3531-D0BB-FD88AE01E714}"/>
              </a:ext>
            </a:extLst>
          </p:cNvPr>
          <p:cNvSpPr txBox="1"/>
          <p:nvPr/>
        </p:nvSpPr>
        <p:spPr>
          <a:xfrm>
            <a:off x="373873" y="3844218"/>
            <a:ext cx="46285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roc_auc</a:t>
            </a:r>
            <a:r>
              <a:rPr lang="en-US" dirty="0"/>
              <a:t> &lt; 0.5 – stringency gets cut off sooner</a:t>
            </a:r>
          </a:p>
          <a:p>
            <a:r>
              <a:rPr lang="en-US" dirty="0"/>
              <a:t>B – motifs of size 4 A- motifs of size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99C0F1-1836-2FCB-B8C0-890DC4CBC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80" y="716510"/>
            <a:ext cx="3882085" cy="2891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1C84A9-C27C-A33F-391F-5DF45F2C8EB7}"/>
              </a:ext>
            </a:extLst>
          </p:cNvPr>
          <p:cNvSpPr txBox="1"/>
          <p:nvPr/>
        </p:nvSpPr>
        <p:spPr>
          <a:xfrm>
            <a:off x="6007880" y="316235"/>
            <a:ext cx="3921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see way less motifs on size =3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5928F4F-DFAD-C513-9422-19D7607D2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201" y="4371647"/>
            <a:ext cx="3718998" cy="241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59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4B46C1-1477-8967-87D7-B5B46FB5F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08" y="2783745"/>
            <a:ext cx="5709373" cy="35874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36605B-AC5E-176C-BA3F-ECF6D42BF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21" y="2783745"/>
            <a:ext cx="5568653" cy="34990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07388D-EE42-85BD-B4B0-9CDD2CB35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253" y="1710464"/>
            <a:ext cx="5077534" cy="37152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D60C5DA-D5BB-38DE-91A2-9799A4DB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Pairwise analysis</a:t>
            </a:r>
          </a:p>
        </p:txBody>
      </p:sp>
    </p:spTree>
    <p:extLst>
      <p:ext uri="{BB962C8B-B14F-4D97-AF65-F5344CB8AC3E}">
        <p14:creationId xmlns:p14="http://schemas.microsoft.com/office/powerpoint/2010/main" val="1870114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04D78A-7868-E736-BB84-86A964257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9853"/>
            <a:ext cx="6117928" cy="29741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0DF692-634C-2A2A-0AF7-4F6AD192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Shuffled singleton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054E49-10D0-C29F-2E78-4EBBF0AD5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590" y="5175475"/>
            <a:ext cx="3315163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8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110</Words>
  <Application>Microsoft Office PowerPoint</Application>
  <PresentationFormat>Widescreen</PresentationFormat>
  <Paragraphs>20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MOTIFS of size 3</vt:lpstr>
      <vt:lpstr>PowerPoint Presentation</vt:lpstr>
      <vt:lpstr>PowerPoint Presentation</vt:lpstr>
      <vt:lpstr>MOTIFS of size 4</vt:lpstr>
      <vt:lpstr>PowerPoint Presentation</vt:lpstr>
      <vt:lpstr>PowerPoint Presentation</vt:lpstr>
      <vt:lpstr>PowerPoint Presentation</vt:lpstr>
      <vt:lpstr>Pairwise and Singleton Analysis</vt:lpstr>
      <vt:lpstr>Pairwise</vt:lpstr>
      <vt:lpstr>Singleton</vt:lpstr>
      <vt:lpstr>Shuffled class labels</vt:lpstr>
      <vt:lpstr>PowerPoint Presentation</vt:lpstr>
      <vt:lpstr>Pairwise analysis</vt:lpstr>
      <vt:lpstr>Shuffled singleton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עומרי אביטל</dc:creator>
  <cp:lastModifiedBy>עומרי אביטל</cp:lastModifiedBy>
  <cp:revision>5</cp:revision>
  <dcterms:created xsi:type="dcterms:W3CDTF">2025-09-16T17:33:07Z</dcterms:created>
  <dcterms:modified xsi:type="dcterms:W3CDTF">2025-09-24T21:41:06Z</dcterms:modified>
</cp:coreProperties>
</file>